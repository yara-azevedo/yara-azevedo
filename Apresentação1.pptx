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7D666-7CF9-800A-ABFD-760EA6908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CA0D57-681A-F5E5-CEAC-F5AA99BF2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61D1B-EA0E-D7ED-63B5-D84E56AA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57D47-FF8A-6895-20CD-D89A0AD7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5BDFE8-8807-167E-DCBA-3099DAB0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83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D081A-C570-6A28-E488-9234FAF6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5471A-0F02-CBFA-4591-EDE83D44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48DA1A-4838-CAE6-340A-6FC1F013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B41560-91ED-E150-1B38-F2E8A2DE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2BE44-E12E-2017-C379-AA83B582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46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4D20C-CEC6-0D5F-592A-D8A0A3BF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1B33D3-D6B8-D32A-DE81-70D714F7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E51CDA-7BA8-0C43-BCC3-20C3D635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73DD2D-9ADC-7DB0-3C9F-4D8DBF78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1ECB8-655D-A76C-05BA-5A833DD6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49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B22FF-C9BF-B040-AD29-B9989A16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5E4C93-B932-6368-94EC-B7CC35E13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0D2CE8-4F58-55DD-708E-27EF127E5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5E1761-FE0B-DA6C-CD7C-68152EF5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7E6CD9-4B9A-2EAD-56C8-03AEE734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FE54D1-1DD9-8C4F-4A5E-F996CC07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99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BE536-6E4F-60C0-5DE4-84949366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658085-C4C8-E30E-E674-9AF38B04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7C2ECC-71A2-A3AA-6D25-26A4C9777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0F5FEE-E5BC-8523-B041-0A21228E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CF0113-210A-FEC9-BF38-7DFFB2A48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10A0FF-7C6A-0B11-8E40-C9EDAC36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4541E8-A126-2BAF-0C5C-AE168647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658FA99-434A-97EB-0ED7-A314D86A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49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BFAA0-3BCA-B72F-D2FA-EE8F7693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444C5C-EF04-0A62-6DF0-44EEB5AF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ADA30B-7C73-BBF5-DE4E-36336198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700862-79AF-F8FC-5165-573E6ABE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64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528482-4435-23C5-23D1-02841AEE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B35E1F-5C42-D243-F7C0-FB3CC68E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674F5D-63FE-93BC-4885-CF5F1A66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63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E29FC-430F-E4EE-323A-FB9EC1C7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63BA6A-507D-C3A1-B5F0-F18A1EC78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8820F3-9947-101E-3442-8398472DE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F82C-593B-B913-F10A-77E2A84A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55894C-196E-0AA7-C177-F353413D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697504-DA57-B4F9-263F-5475CF94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57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4F793-005C-13C6-AC7F-C6B60768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931562-2DFA-FA06-44E0-6BA1F3300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2F908-1DC8-16D2-F678-FD60998BE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8B4A57-3004-40A5-BED7-57C23D4E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8D043A-A399-1598-683D-6755228F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F8386F-8AA3-01D0-498B-3C1C3C19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40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AE2EF-E457-AF66-B0F9-ACAEF682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26588A-DFE3-CFF2-BB32-213B35225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7F95D-7B08-337E-C852-C21737F6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C9EC24-C548-F8FF-94F7-6259A03E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3EA24-84D4-30DB-CEB7-303E14D8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25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B73BA5-412F-4922-BC5A-9202F374F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A3224B-0973-3454-0D75-82DE5D412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9E7E77-5B23-E1FF-425F-8123E8FB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A8BA72-EBBE-3E34-158D-4BEA1D05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0BCE90-E937-AF59-DE8C-E2AB254A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6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20B994B-AD6A-5334-53D1-4B3DE6D1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347DD3-057C-4715-BFD7-A1D0A6333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F75B65-DC00-88EA-099E-F5B508C8D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46E6F-80C6-4B8F-AEDD-654013684E4C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FCDDD-0551-57CE-2116-9AB252747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0866DD-59B5-5D54-E5A5-DE4E68376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B8F8F-6800-49C7-8038-290E8AA86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20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8A4316A0-5E13-F13F-545E-698F84F2F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6" name="Imagem 5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F44C6316-D6F5-8622-27E8-5CEF508BB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99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214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Yara Azevedo</dc:creator>
  <cp:lastModifiedBy>Yara Azevedo</cp:lastModifiedBy>
  <cp:revision>1</cp:revision>
  <dcterms:created xsi:type="dcterms:W3CDTF">2025-11-06T00:45:50Z</dcterms:created>
  <dcterms:modified xsi:type="dcterms:W3CDTF">2025-11-06T00:50:05Z</dcterms:modified>
</cp:coreProperties>
</file>