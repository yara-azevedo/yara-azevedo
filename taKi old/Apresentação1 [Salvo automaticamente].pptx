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6065"/>
    <a:srgbClr val="6F8FA1"/>
    <a:srgbClr val="6767D3"/>
    <a:srgbClr val="2B2C49"/>
    <a:srgbClr val="141529"/>
    <a:srgbClr val="FFFFFF"/>
    <a:srgbClr val="0E1227"/>
    <a:srgbClr val="4472C4"/>
    <a:srgbClr val="47D1EE"/>
    <a:srgbClr val="68B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4D7BD-43B0-419C-8F01-52E4916C52E1}" v="41" dt="2024-04-13T04:13:35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C0F02-6A3A-04CF-2922-9BDE5C03C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407C94-BA40-6E92-1816-0E8D6AEB7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51408F-D191-E6A1-779C-4E832E97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A0C863-B9D9-48DD-5B04-B96F9251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A73E67-9753-EC4B-7261-4185F53E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82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60FD2-DA5A-1BC4-AB8C-ECAAE764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583A8D-25F6-C332-3D8B-36D37BE3F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0D27C7-F966-F898-24C8-68666BE8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53657C-4DBE-C413-C9C7-D67D7501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2C5948-D6D2-CD83-44C1-1432DC41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45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9AF4B-C07D-834F-CD15-32BF4250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B25E9B-31C5-37CA-8B5F-71A5372D8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5F31D4-3D80-46D4-E924-258087CB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B40CD3-B7FD-A8EA-EAD9-00556CA9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340E40-D387-C502-6E50-A71DE8BA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2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ED85A-79BD-A356-2958-8B1717D3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364357-1112-1DD1-906F-02A89F532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B144BF-F60C-7BBD-BA8B-02E4956A2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A2DA7A-DF2E-95B1-29D4-D4DA85DC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170CB8-36DE-62F1-597B-A79DF023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0E1879-E6C3-A41C-1594-7A6DA932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900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A0450-0285-6C02-75A7-F5858827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C5C7B8-0160-6D5C-8219-9A1CE800A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853725-AB39-1DE2-B4B6-5080D27D3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9CE4556-2A78-AE58-0A42-DBA91B11A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1A2474A-E38B-9506-638D-CFFC71352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D7D15F8-E0D4-D375-3E9B-6A9E2887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3241AB5-973F-CF78-476A-2ABA3A85E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E03C36C-5F20-EBE7-0FF2-99EBA707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33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F6735-FA95-923E-E725-4F3E036C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1CAE68F-32D1-5F3D-2559-DF48B613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322C22-D1DF-8CD6-7A69-CB5C301EF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1AF11F-284D-D685-DC39-2B1DFB5D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7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8CD309-5D0E-14C3-6771-3B4A1E70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67A3C8-3BA0-CD90-E2B7-3D96495A5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F9A615-0AC5-5FB2-98FF-5B8A2673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36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7AEF1-A375-B1A5-E86A-83476B86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444A3-661D-466E-304D-543543D2E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056E64-DA46-41FC-93D0-F0DBF31A6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047CF5-BDEF-DDC3-CC4E-C6919AF6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E1ADD2-B1A3-FC26-13B6-AAB3B16CD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A1BAEC-9EEA-526D-8523-274812EA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34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1752A-DDC5-2AF2-C0CF-968EDE8B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8C5C60C-931E-1E20-0479-564388F04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AB6D7B-D866-066E-2738-87BD5924B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85F1D1-E361-5AA0-2C65-FAEBED21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536502-E450-7D9D-A655-B5120321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E6651F-CD95-38ED-4328-1CA0BDDD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06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037BD-5A05-D7A2-A49D-10EBA6D4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0B8F4F-6E18-1F10-47CD-4F0D1DA1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46FD0D-0349-EA8A-3B83-3E528AFF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6DDA42-C0E3-9596-1977-07B98CD9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E330E9-10AE-1E98-37C5-B96E4868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487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4F080C-1C44-CC5E-A932-2BB888A59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5CE59E-9962-6D73-2A5B-2C7BC02C6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882F42-B2FF-1241-6409-C62B41182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80F2E7-C33B-EEC2-B8D3-0755A755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12E5F4-68B8-0EFB-7E0C-357F5F95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613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33F8A4-EE70-38B2-6C45-EDAB7B94F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0FCB34-6513-53E6-C517-4E2140C5B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F85A2F-AD2D-4AA8-9852-AC43B0A6D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C4882-70A3-49FB-BEC4-CAE6727E6F72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B8961-96B2-9E11-2B1A-1FBD43495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378BA7-2623-9E00-0D4B-66B61D6A4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504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753D2185-23B3-616C-78A2-9933A598815D}"/>
              </a:ext>
            </a:extLst>
          </p:cNvPr>
          <p:cNvGrpSpPr/>
          <p:nvPr/>
        </p:nvGrpSpPr>
        <p:grpSpPr>
          <a:xfrm>
            <a:off x="124691" y="0"/>
            <a:ext cx="6400800" cy="3154710"/>
            <a:chOff x="2269375" y="498763"/>
            <a:chExt cx="6400800" cy="3154710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3FA376D2-BB36-06F7-2657-6AE1773B9783}"/>
                </a:ext>
              </a:extLst>
            </p:cNvPr>
            <p:cNvSpPr txBox="1"/>
            <p:nvPr/>
          </p:nvSpPr>
          <p:spPr>
            <a:xfrm>
              <a:off x="2269375" y="498763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dirty="0"/>
                <a:t>ta</a:t>
              </a:r>
              <a:r>
                <a:rPr lang="pt-BR" sz="19900" b="1" dirty="0">
                  <a:solidFill>
                    <a:srgbClr val="00B0F0"/>
                  </a:solidFill>
                </a:rPr>
                <a:t>Q</a:t>
              </a:r>
              <a:r>
                <a:rPr lang="pt-BR" sz="19900" dirty="0"/>
                <a:t>i</a:t>
              </a:r>
              <a:endParaRPr lang="pt-BR" dirty="0"/>
            </a:p>
          </p:txBody>
        </p:sp>
        <p:pic>
          <p:nvPicPr>
            <p:cNvPr id="1026" name="Picture 2" descr="Tachinha - ícones de diversos grátis">
              <a:extLst>
                <a:ext uri="{FF2B5EF4-FFF2-40B4-BE49-F238E27FC236}">
                  <a16:creationId xmlns:a16="http://schemas.microsoft.com/office/drawing/2014/main" id="{579FEBB6-A0ED-0C38-7623-3AE204A06B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687566">
              <a:off x="5194378" y="2175389"/>
              <a:ext cx="1470736" cy="1470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FB0F31AF-814E-B31E-D7C1-DCBC1EBDEAE1}"/>
              </a:ext>
            </a:extLst>
          </p:cNvPr>
          <p:cNvGrpSpPr/>
          <p:nvPr/>
        </p:nvGrpSpPr>
        <p:grpSpPr>
          <a:xfrm>
            <a:off x="6362007" y="0"/>
            <a:ext cx="6400800" cy="3163819"/>
            <a:chOff x="2269375" y="498763"/>
            <a:chExt cx="6400800" cy="3163819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3EE8A8C5-0239-3052-275E-21F63EA8BC5D}"/>
                </a:ext>
              </a:extLst>
            </p:cNvPr>
            <p:cNvSpPr txBox="1"/>
            <p:nvPr/>
          </p:nvSpPr>
          <p:spPr>
            <a:xfrm>
              <a:off x="2269375" y="498763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dirty="0"/>
                <a:t>ta</a:t>
              </a:r>
              <a:r>
                <a:rPr lang="pt-BR" sz="19900" b="1" dirty="0">
                  <a:solidFill>
                    <a:srgbClr val="00B0F0"/>
                  </a:solidFill>
                </a:rPr>
                <a:t>Q</a:t>
              </a:r>
              <a:r>
                <a:rPr lang="pt-BR" sz="19900" dirty="0"/>
                <a:t>i</a:t>
              </a:r>
              <a:endParaRPr lang="pt-BR" dirty="0"/>
            </a:p>
          </p:txBody>
        </p:sp>
        <p:pic>
          <p:nvPicPr>
            <p:cNvPr id="8" name="Picture 2" descr="Tachinha - ícones de diversos grátis">
              <a:extLst>
                <a:ext uri="{FF2B5EF4-FFF2-40B4-BE49-F238E27FC236}">
                  <a16:creationId xmlns:a16="http://schemas.microsoft.com/office/drawing/2014/main" id="{A532EE69-CBC6-955C-981F-CC0CA5F305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427066">
              <a:off x="4969934" y="2191846"/>
              <a:ext cx="1470736" cy="1470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D3E3DF7-011B-E44E-6FA0-CF5A9EE744B9}"/>
              </a:ext>
            </a:extLst>
          </p:cNvPr>
          <p:cNvGrpSpPr/>
          <p:nvPr/>
        </p:nvGrpSpPr>
        <p:grpSpPr>
          <a:xfrm>
            <a:off x="0" y="3347690"/>
            <a:ext cx="6400800" cy="3154710"/>
            <a:chOff x="2427317" y="599820"/>
            <a:chExt cx="6400800" cy="3154710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D62183B1-6327-B96C-C7DD-D73DE2AB0A96}"/>
                </a:ext>
              </a:extLst>
            </p:cNvPr>
            <p:cNvSpPr txBox="1"/>
            <p:nvPr/>
          </p:nvSpPr>
          <p:spPr>
            <a:xfrm>
              <a:off x="2427317" y="599820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dirty="0"/>
                <a:t>ta</a:t>
              </a:r>
              <a:r>
                <a:rPr lang="pt-BR" sz="19900" b="1" dirty="0">
                  <a:solidFill>
                    <a:srgbClr val="00B0F0"/>
                  </a:solidFill>
                </a:rPr>
                <a:t>Q</a:t>
              </a:r>
              <a:endParaRPr lang="pt-BR" dirty="0"/>
            </a:p>
          </p:txBody>
        </p:sp>
        <p:pic>
          <p:nvPicPr>
            <p:cNvPr id="11" name="Picture 2" descr="Tachinha - ícones de diversos grátis">
              <a:extLst>
                <a:ext uri="{FF2B5EF4-FFF2-40B4-BE49-F238E27FC236}">
                  <a16:creationId xmlns:a16="http://schemas.microsoft.com/office/drawing/2014/main" id="{FF8E2444-916D-0C6F-DBA0-769E90B82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9709949">
              <a:off x="5790876" y="1416297"/>
              <a:ext cx="1942559" cy="1942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4E8039D-188A-E72E-1498-E17FF96DA8A4}"/>
              </a:ext>
            </a:extLst>
          </p:cNvPr>
          <p:cNvGrpSpPr/>
          <p:nvPr/>
        </p:nvGrpSpPr>
        <p:grpSpPr>
          <a:xfrm>
            <a:off x="6400800" y="3279547"/>
            <a:ext cx="6400800" cy="3154710"/>
            <a:chOff x="2269375" y="498763"/>
            <a:chExt cx="6400800" cy="3154710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9725E92-0A9B-372B-6F8E-0986C2E9C21F}"/>
                </a:ext>
              </a:extLst>
            </p:cNvPr>
            <p:cNvSpPr txBox="1"/>
            <p:nvPr/>
          </p:nvSpPr>
          <p:spPr>
            <a:xfrm>
              <a:off x="2269375" y="498763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dirty="0"/>
                <a:t>ta</a:t>
              </a:r>
              <a:r>
                <a:rPr lang="pt-BR" sz="19900" b="1" dirty="0">
                  <a:solidFill>
                    <a:srgbClr val="00B0F0"/>
                  </a:solidFill>
                </a:rPr>
                <a:t>Q</a:t>
              </a:r>
              <a:endParaRPr lang="pt-BR" dirty="0"/>
            </a:p>
          </p:txBody>
        </p:sp>
        <p:pic>
          <p:nvPicPr>
            <p:cNvPr id="14" name="Picture 2" descr="Tachinha - ícones de diversos grátis">
              <a:extLst>
                <a:ext uri="{FF2B5EF4-FFF2-40B4-BE49-F238E27FC236}">
                  <a16:creationId xmlns:a16="http://schemas.microsoft.com/office/drawing/2014/main" id="{9A36E506-4681-B5A5-BAA9-83BA101F0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5666445" y="1364423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5484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40A3EBA-E6BB-2534-1656-C3973306F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392" y="0"/>
            <a:ext cx="3933265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FA486F0-5107-C2C5-CCF5-5FB01210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983" y="0"/>
            <a:ext cx="3909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2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64177070-567D-BC66-9C98-CB3539F17AC7}"/>
              </a:ext>
            </a:extLst>
          </p:cNvPr>
          <p:cNvGrpSpPr/>
          <p:nvPr/>
        </p:nvGrpSpPr>
        <p:grpSpPr>
          <a:xfrm>
            <a:off x="412681" y="-214284"/>
            <a:ext cx="3254347" cy="3154710"/>
            <a:chOff x="3132668" y="1239081"/>
            <a:chExt cx="3254347" cy="315471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8DB04641-E338-3A26-60A5-0E20693DAC78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Q</a:t>
              </a:r>
              <a:endParaRPr lang="pt-BR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7" name="Picture 2" descr="Tachinha - ícones de diversos grátis">
              <a:extLst>
                <a:ext uri="{FF2B5EF4-FFF2-40B4-BE49-F238E27FC236}">
                  <a16:creationId xmlns:a16="http://schemas.microsoft.com/office/drawing/2014/main" id="{D1AD0D65-42B4-105A-B7A5-07D2C91810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4548538" y="2028542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DB1C6C9-8DA3-3FC2-F8B2-389B428B0EEE}"/>
              </a:ext>
            </a:extLst>
          </p:cNvPr>
          <p:cNvGrpSpPr/>
          <p:nvPr/>
        </p:nvGrpSpPr>
        <p:grpSpPr>
          <a:xfrm>
            <a:off x="4879648" y="2057498"/>
            <a:ext cx="6400800" cy="3154710"/>
            <a:chOff x="2269375" y="498763"/>
            <a:chExt cx="6400800" cy="3154710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4CDA4F1A-C3B0-5B7B-7E05-E7CE6B5C3984}"/>
                </a:ext>
              </a:extLst>
            </p:cNvPr>
            <p:cNvSpPr txBox="1"/>
            <p:nvPr/>
          </p:nvSpPr>
          <p:spPr>
            <a:xfrm>
              <a:off x="2269375" y="498763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</a:rPr>
                <a:t>ta</a:t>
              </a:r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Q</a:t>
              </a:r>
            </a:p>
          </p:txBody>
        </p:sp>
        <p:pic>
          <p:nvPicPr>
            <p:cNvPr id="12" name="Picture 2" descr="Tachinha - ícones de diversos grátis">
              <a:extLst>
                <a:ext uri="{FF2B5EF4-FFF2-40B4-BE49-F238E27FC236}">
                  <a16:creationId xmlns:a16="http://schemas.microsoft.com/office/drawing/2014/main" id="{10C8ACF5-4DC5-458C-6BAF-162C0265D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5666445" y="1364423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1DC440-5C06-2418-51F2-A3C80233CD45}"/>
              </a:ext>
            </a:extLst>
          </p:cNvPr>
          <p:cNvSpPr txBox="1"/>
          <p:nvPr/>
        </p:nvSpPr>
        <p:spPr>
          <a:xfrm>
            <a:off x="4043309" y="260269"/>
            <a:ext cx="766043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9900" dirty="0">
                <a:ln w="571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marK</a:t>
            </a:r>
            <a:endParaRPr lang="pt-BR" dirty="0"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a:endParaRPr>
          </a:p>
        </p:txBody>
      </p:sp>
      <p:pic>
        <p:nvPicPr>
          <p:cNvPr id="3" name="Picture 2" descr="Tachinha - ícones de diversos grátis">
            <a:extLst>
              <a:ext uri="{FF2B5EF4-FFF2-40B4-BE49-F238E27FC236}">
                <a16:creationId xmlns:a16="http://schemas.microsoft.com/office/drawing/2014/main" id="{4E23992A-DE4E-9BD9-B5A6-27BA750F3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0668">
            <a:off x="9656193" y="76923"/>
            <a:ext cx="1339633" cy="1339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01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0BF2FCEF-5EE5-0A4E-FB58-D6975A037DFD}"/>
              </a:ext>
            </a:extLst>
          </p:cNvPr>
          <p:cNvGrpSpPr/>
          <p:nvPr/>
        </p:nvGrpSpPr>
        <p:grpSpPr>
          <a:xfrm>
            <a:off x="584202" y="274290"/>
            <a:ext cx="3254347" cy="3154710"/>
            <a:chOff x="3132668" y="1239081"/>
            <a:chExt cx="3254347" cy="315471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6543603-13FA-285D-A99C-CBA063F4B529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Q</a:t>
              </a:r>
              <a:endParaRPr lang="pt-BR" dirty="0">
                <a:ln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6" name="Picture 2" descr="Tachinha - ícones de diversos grátis">
              <a:extLst>
                <a:ext uri="{FF2B5EF4-FFF2-40B4-BE49-F238E27FC236}">
                  <a16:creationId xmlns:a16="http://schemas.microsoft.com/office/drawing/2014/main" id="{D86DB7CD-D385-716D-2678-1BD8889417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4548538" y="2028542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2" descr="Tachinha - ícones de diversos grátis">
            <a:extLst>
              <a:ext uri="{FF2B5EF4-FFF2-40B4-BE49-F238E27FC236}">
                <a16:creationId xmlns:a16="http://schemas.microsoft.com/office/drawing/2014/main" id="{8D433176-019D-4330-EDB3-2C7B119FA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0668">
            <a:off x="10500606" y="-90950"/>
            <a:ext cx="1838477" cy="183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ECFE72B1-2E41-2EC6-CD3D-DD84AFFDAAF1}"/>
              </a:ext>
            </a:extLst>
          </p:cNvPr>
          <p:cNvGrpSpPr/>
          <p:nvPr/>
        </p:nvGrpSpPr>
        <p:grpSpPr>
          <a:xfrm>
            <a:off x="4468826" y="274290"/>
            <a:ext cx="2717799" cy="3154710"/>
            <a:chOff x="3132668" y="1239081"/>
            <a:chExt cx="2717799" cy="3154710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59FB112-73E4-C3E4-B0EE-18B8A1C4DBF6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k</a:t>
              </a:r>
              <a:endParaRPr lang="pt-BR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11" name="Picture 2" descr="Tachinha - ícones de diversos grátis">
              <a:extLst>
                <a:ext uri="{FF2B5EF4-FFF2-40B4-BE49-F238E27FC236}">
                  <a16:creationId xmlns:a16="http://schemas.microsoft.com/office/drawing/2014/main" id="{235A5E3C-5904-88C8-88F5-BCB90ADB38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3996647" y="1897197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5CE6118B-34F7-2FE3-CF2B-375F1DEE1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734" b="92308" l="7991" r="93379">
                        <a14:foregroundMark x1="8219" y1="44675" x2="8904" y2="52663"/>
                        <a14:foregroundMark x1="29224" y1="8284" x2="36758" y2="8876"/>
                        <a14:foregroundMark x1="33562" y1="4734" x2="33562" y2="4734"/>
                        <a14:foregroundMark x1="63699" y1="90533" x2="62557" y2="92308"/>
                        <a14:foregroundMark x1="80594" y1="11834" x2="80822" y2="78402"/>
                        <a14:foregroundMark x1="93379" y1="50888" x2="93379" y2="50888"/>
                        <a14:foregroundMark x1="86986" y1="34911" x2="86986" y2="34911"/>
                        <a14:foregroundMark x1="85616" y1="23077" x2="87671" y2="464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0326" y="1721614"/>
            <a:ext cx="4172532" cy="3219899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E0AF903A-6FA6-BA78-0CE1-19591C60E942}"/>
              </a:ext>
            </a:extLst>
          </p:cNvPr>
          <p:cNvGrpSpPr/>
          <p:nvPr/>
        </p:nvGrpSpPr>
        <p:grpSpPr>
          <a:xfrm>
            <a:off x="2312294" y="3235667"/>
            <a:ext cx="6400800" cy="3154710"/>
            <a:chOff x="2269375" y="498763"/>
            <a:chExt cx="6400800" cy="3154710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A9A74DF2-E568-C1DB-B96B-E07A8C5D3B6A}"/>
                </a:ext>
              </a:extLst>
            </p:cNvPr>
            <p:cNvSpPr txBox="1"/>
            <p:nvPr/>
          </p:nvSpPr>
          <p:spPr>
            <a:xfrm>
              <a:off x="2269375" y="498763"/>
              <a:ext cx="6400800" cy="3154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</a:rPr>
                <a:t>ta</a:t>
              </a:r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k</a:t>
              </a:r>
              <a:endParaRPr lang="pt-BR" sz="9600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4" name="Picture 2" descr="Tachinha - ícones de diversos grátis">
              <a:extLst>
                <a:ext uri="{FF2B5EF4-FFF2-40B4-BE49-F238E27FC236}">
                  <a16:creationId xmlns:a16="http://schemas.microsoft.com/office/drawing/2014/main" id="{E820C4BE-728C-A243-5951-24E46D4B52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5289885" y="1025536"/>
              <a:ext cx="1838477" cy="1838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7756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F72A69A3-DFB1-7950-8C4E-07C184D08D6B}"/>
              </a:ext>
            </a:extLst>
          </p:cNvPr>
          <p:cNvGrpSpPr/>
          <p:nvPr/>
        </p:nvGrpSpPr>
        <p:grpSpPr>
          <a:xfrm>
            <a:off x="395590" y="-333925"/>
            <a:ext cx="3254347" cy="3154710"/>
            <a:chOff x="3132668" y="1239081"/>
            <a:chExt cx="3254347" cy="315471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60540471-BB56-D300-54DE-897748EA10D4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Q</a:t>
              </a:r>
              <a:endParaRPr lang="pt-BR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6" name="Picture 2" descr="Tachinha - ícones de diversos grátis">
              <a:extLst>
                <a:ext uri="{FF2B5EF4-FFF2-40B4-BE49-F238E27FC236}">
                  <a16:creationId xmlns:a16="http://schemas.microsoft.com/office/drawing/2014/main" id="{F11261C9-1E5E-8E58-5421-0ADE0AAECB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4548538" y="2028542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2" descr="Tachinha - ícones de diversos grátis">
            <a:extLst>
              <a:ext uri="{FF2B5EF4-FFF2-40B4-BE49-F238E27FC236}">
                <a16:creationId xmlns:a16="http://schemas.microsoft.com/office/drawing/2014/main" id="{90D3A4CD-6CEA-E975-EE18-EC7F85047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0668">
            <a:off x="9367132" y="1095899"/>
            <a:ext cx="1838477" cy="183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A2F4BED-40A0-AC62-40AC-DF7483BDD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265" y="544333"/>
            <a:ext cx="3458058" cy="273405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973A1E12-67D2-2B7F-CE47-194B6EF6C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155" y="544333"/>
            <a:ext cx="3458058" cy="2734057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A410E3F2-AC05-E3FD-A5C8-4297519F3118}"/>
              </a:ext>
            </a:extLst>
          </p:cNvPr>
          <p:cNvGrpSpPr/>
          <p:nvPr/>
        </p:nvGrpSpPr>
        <p:grpSpPr>
          <a:xfrm>
            <a:off x="9434159" y="2951405"/>
            <a:ext cx="2717799" cy="3154710"/>
            <a:chOff x="3132668" y="1239081"/>
            <a:chExt cx="2717799" cy="3154710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3D512132-B47F-36F9-0549-5DF85F88F76F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k</a:t>
              </a:r>
              <a:endParaRPr lang="pt-BR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10" name="Picture 2" descr="Tachinha - ícones de diversos grátis">
              <a:extLst>
                <a:ext uri="{FF2B5EF4-FFF2-40B4-BE49-F238E27FC236}">
                  <a16:creationId xmlns:a16="http://schemas.microsoft.com/office/drawing/2014/main" id="{6B54E73D-C8D6-0043-2C12-E71B051722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3996647" y="1897197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FE40A5F0-6AAC-DDCF-A913-C696A6DE18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05" b="90991" l="5532" r="97447">
                        <a14:foregroundMark x1="16170" y1="7207" x2="11064" y2="4505"/>
                        <a14:foregroundMark x1="5957" y1="7658" x2="5957" y2="7658"/>
                        <a14:foregroundMark x1="48936" y1="91441" x2="48936" y2="91441"/>
                        <a14:foregroundMark x1="82128" y1="41441" x2="82128" y2="41441"/>
                        <a14:foregroundMark x1="78723" y1="70270" x2="78723" y2="70270"/>
                        <a14:foregroundMark x1="82979" y1="57207" x2="82979" y2="57207"/>
                        <a14:foregroundMark x1="91489" y1="52703" x2="94043" y2="51351"/>
                        <a14:foregroundMark x1="86809" y1="40541" x2="88085" y2="45946"/>
                        <a14:foregroundMark x1="97447" y1="49550" x2="97447" y2="49550"/>
                        <a14:foregroundMark x1="79574" y1="13063" x2="79574" y2="13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32370" y="845554"/>
            <a:ext cx="2238687" cy="211484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CDABDD2-DCB3-039E-49A4-BBF037E8E4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496" y="2409682"/>
            <a:ext cx="4887007" cy="203863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044C451-CC1D-A72F-B77F-6CB6B47177BF}"/>
              </a:ext>
            </a:extLst>
          </p:cNvPr>
          <p:cNvSpPr txBox="1"/>
          <p:nvPr/>
        </p:nvSpPr>
        <p:spPr>
          <a:xfrm>
            <a:off x="1123574" y="4037216"/>
            <a:ext cx="6400800" cy="31547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9900" b="1" dirty="0">
                <a:ln w="38100">
                  <a:solidFill>
                    <a:srgbClr val="566166"/>
                  </a:solidFill>
                </a:ln>
              </a:rPr>
              <a:t>ta</a:t>
            </a:r>
            <a:r>
              <a:rPr lang="pt-BR" sz="19900" b="1" dirty="0">
                <a:ln w="38100">
                  <a:solidFill>
                    <a:srgbClr val="566166"/>
                  </a:solidFill>
                </a:ln>
                <a:solidFill>
                  <a:srgbClr val="00B0F0"/>
                </a:solidFill>
              </a:rPr>
              <a:t>k</a:t>
            </a:r>
            <a:endParaRPr lang="pt-BR" sz="9600" dirty="0">
              <a:ln w="38100">
                <a:solidFill>
                  <a:srgbClr val="566166"/>
                </a:solidFill>
              </a:ln>
            </a:endParaRPr>
          </a:p>
        </p:txBody>
      </p:sp>
      <p:pic>
        <p:nvPicPr>
          <p:cNvPr id="15" name="Picture 2" descr="Tachinha - ícones de diversos grátis">
            <a:extLst>
              <a:ext uri="{FF2B5EF4-FFF2-40B4-BE49-F238E27FC236}">
                <a16:creationId xmlns:a16="http://schemas.microsoft.com/office/drawing/2014/main" id="{1CB41D25-E009-E494-0151-43CB68270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40884">
            <a:off x="4144084" y="4563989"/>
            <a:ext cx="1838477" cy="1838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73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grade Roxo em PRINTS Canaleta Branca – urbanarts">
            <a:extLst>
              <a:ext uri="{FF2B5EF4-FFF2-40B4-BE49-F238E27FC236}">
                <a16:creationId xmlns:a16="http://schemas.microsoft.com/office/drawing/2014/main" id="{4F152C80-864E-2B07-6562-84F131CDE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93" y="571500"/>
            <a:ext cx="4676423" cy="350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010977B-143A-F2B4-16D1-12B7C66C2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216" y="242405"/>
            <a:ext cx="1381318" cy="129558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6B117CE-E6B3-E22D-C0ED-44536F6BF156}"/>
              </a:ext>
            </a:extLst>
          </p:cNvPr>
          <p:cNvSpPr/>
          <p:nvPr/>
        </p:nvSpPr>
        <p:spPr>
          <a:xfrm>
            <a:off x="6309921" y="711586"/>
            <a:ext cx="738130" cy="694063"/>
          </a:xfrm>
          <a:prstGeom prst="rect">
            <a:avLst/>
          </a:prstGeom>
          <a:solidFill>
            <a:srgbClr val="6300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57D71DA-CB97-183A-F5AC-FCFE8C685F06}"/>
              </a:ext>
            </a:extLst>
          </p:cNvPr>
          <p:cNvSpPr/>
          <p:nvPr/>
        </p:nvSpPr>
        <p:spPr>
          <a:xfrm>
            <a:off x="8314859" y="727112"/>
            <a:ext cx="738130" cy="694063"/>
          </a:xfrm>
          <a:prstGeom prst="rect">
            <a:avLst/>
          </a:prstGeom>
          <a:solidFill>
            <a:srgbClr val="47D1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26FCAD-AA1A-997C-2075-9CC6A13B70BF}"/>
              </a:ext>
            </a:extLst>
          </p:cNvPr>
          <p:cNvSpPr/>
          <p:nvPr/>
        </p:nvSpPr>
        <p:spPr>
          <a:xfrm>
            <a:off x="7279854" y="727112"/>
            <a:ext cx="738130" cy="694063"/>
          </a:xfrm>
          <a:prstGeom prst="rect">
            <a:avLst/>
          </a:prstGeom>
          <a:solidFill>
            <a:srgbClr val="68B2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765A1C28-66FD-6A33-FB97-2B5E67170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3185" y="1015334"/>
            <a:ext cx="551793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#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9D606702-5CBA-0B64-FC7B-C2EFD3B66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1087" y="1649749"/>
            <a:ext cx="676742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#6300b3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000" dirty="0">
                <a:solidFill>
                  <a:srgbClr val="000000"/>
                </a:solidFill>
                <a:latin typeface="Menlo"/>
              </a:rPr>
              <a:t>#68b2ef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#47d1ee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000" dirty="0">
                <a:solidFill>
                  <a:srgbClr val="000000"/>
                </a:solidFill>
                <a:latin typeface="Menlo"/>
              </a:rPr>
              <a:t>#0e1227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42E1778-59DB-7D53-227A-C558727BC4F0}"/>
              </a:ext>
            </a:extLst>
          </p:cNvPr>
          <p:cNvGrpSpPr/>
          <p:nvPr/>
        </p:nvGrpSpPr>
        <p:grpSpPr>
          <a:xfrm>
            <a:off x="7425671" y="2687956"/>
            <a:ext cx="2717799" cy="3154710"/>
            <a:chOff x="3132668" y="1239081"/>
            <a:chExt cx="2717799" cy="3154710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A4AFD86-44E1-4A3F-7CB2-1306DD0AE084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k</a:t>
              </a:r>
              <a:endParaRPr lang="pt-BR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20" name="Picture 2" descr="Tachinha - ícones de diversos grátis">
              <a:extLst>
                <a:ext uri="{FF2B5EF4-FFF2-40B4-BE49-F238E27FC236}">
                  <a16:creationId xmlns:a16="http://schemas.microsoft.com/office/drawing/2014/main" id="{9D11EFB2-AE5E-5865-6732-CBBB8B5527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3996647" y="1897197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25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1C806888-927C-58A2-47F2-47CDCC940D1C}"/>
              </a:ext>
            </a:extLst>
          </p:cNvPr>
          <p:cNvGrpSpPr/>
          <p:nvPr/>
        </p:nvGrpSpPr>
        <p:grpSpPr>
          <a:xfrm>
            <a:off x="2291847" y="19752"/>
            <a:ext cx="6828090" cy="6818496"/>
            <a:chOff x="2291847" y="19752"/>
            <a:chExt cx="6828090" cy="6818496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5EABCC8B-5A66-3FDA-0245-494BAC5DBDC4}"/>
                </a:ext>
              </a:extLst>
            </p:cNvPr>
            <p:cNvSpPr/>
            <p:nvPr/>
          </p:nvSpPr>
          <p:spPr>
            <a:xfrm>
              <a:off x="2291847" y="19752"/>
              <a:ext cx="6828090" cy="6818496"/>
            </a:xfrm>
            <a:prstGeom prst="ellipse">
              <a:avLst/>
            </a:prstGeom>
            <a:solidFill>
              <a:srgbClr val="0E1227"/>
            </a:solidFill>
            <a:ln>
              <a:solidFill>
                <a:srgbClr val="0E122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n>
                  <a:solidFill>
                    <a:sysClr val="windowText" lastClr="000000"/>
                  </a:solidFill>
                </a:ln>
                <a:solidFill>
                  <a:srgbClr val="002060"/>
                </a:solidFill>
              </a:endParaRP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B4BD7200-7887-750B-1B4D-B9BFCC2CB176}"/>
                </a:ext>
              </a:extLst>
            </p:cNvPr>
            <p:cNvGrpSpPr/>
            <p:nvPr/>
          </p:nvGrpSpPr>
          <p:grpSpPr>
            <a:xfrm>
              <a:off x="4012042" y="1145657"/>
              <a:ext cx="4167914" cy="4508927"/>
              <a:chOff x="3194442" y="1293974"/>
              <a:chExt cx="2717799" cy="3138722"/>
            </a:xfrm>
          </p:grpSpPr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F623E69-138D-0434-F372-F678AC675880}"/>
                  </a:ext>
                </a:extLst>
              </p:cNvPr>
              <p:cNvSpPr txBox="1"/>
              <p:nvPr/>
            </p:nvSpPr>
            <p:spPr>
              <a:xfrm>
                <a:off x="3194442" y="1293974"/>
                <a:ext cx="2717799" cy="3138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700" b="1" dirty="0">
                    <a:ln w="38100">
                      <a:solidFill>
                        <a:srgbClr val="566166"/>
                      </a:solidFill>
                    </a:ln>
                    <a:solidFill>
                      <a:srgbClr val="00B0F0"/>
                    </a:solidFill>
                  </a:rPr>
                  <a:t>k</a:t>
                </a:r>
                <a:endParaRPr lang="pt-BR" sz="2400" dirty="0">
                  <a:ln w="38100">
                    <a:solidFill>
                      <a:srgbClr val="566166"/>
                    </a:solidFill>
                  </a:ln>
                </a:endParaRPr>
              </a:p>
            </p:txBody>
          </p:sp>
          <p:pic>
            <p:nvPicPr>
              <p:cNvPr id="9" name="Picture 2" descr="Tachinha - ícones de diversos grátis">
                <a:extLst>
                  <a:ext uri="{FF2B5EF4-FFF2-40B4-BE49-F238E27FC236}">
                    <a16:creationId xmlns:a16="http://schemas.microsoft.com/office/drawing/2014/main" id="{747B5075-8088-7E95-0214-24193387A5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540884">
                <a:off x="3996647" y="1944097"/>
                <a:ext cx="1838477" cy="18384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81068D55-21A6-2A23-D747-8DABAD1CD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025" y="243690"/>
            <a:ext cx="1971950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2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95F4D4F-7A17-BB75-52BF-2DDDBCAEDE2E}"/>
              </a:ext>
            </a:extLst>
          </p:cNvPr>
          <p:cNvSpPr/>
          <p:nvPr/>
        </p:nvSpPr>
        <p:spPr>
          <a:xfrm>
            <a:off x="2629292" y="516264"/>
            <a:ext cx="6575195" cy="6068805"/>
          </a:xfrm>
          <a:prstGeom prst="roundRect">
            <a:avLst/>
          </a:prstGeom>
          <a:solidFill>
            <a:srgbClr val="0E1227"/>
          </a:solidFill>
          <a:ln>
            <a:solidFill>
              <a:srgbClr val="0E1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4BD7200-7887-750B-1B4D-B9BFCC2CB176}"/>
              </a:ext>
            </a:extLst>
          </p:cNvPr>
          <p:cNvGrpSpPr/>
          <p:nvPr/>
        </p:nvGrpSpPr>
        <p:grpSpPr>
          <a:xfrm>
            <a:off x="4294946" y="1396027"/>
            <a:ext cx="4167914" cy="4508928"/>
            <a:chOff x="3194442" y="1247074"/>
            <a:chExt cx="2717799" cy="3138723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FF623E69-138D-0434-F372-F678AC675880}"/>
                </a:ext>
              </a:extLst>
            </p:cNvPr>
            <p:cNvSpPr txBox="1"/>
            <p:nvPr/>
          </p:nvSpPr>
          <p:spPr>
            <a:xfrm>
              <a:off x="3194442" y="1247074"/>
              <a:ext cx="2717799" cy="3138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7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k</a:t>
              </a:r>
              <a:endParaRPr lang="pt-BR" sz="2400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9" name="Picture 2" descr="Tachinha - ícones de diversos grátis">
              <a:extLst>
                <a:ext uri="{FF2B5EF4-FFF2-40B4-BE49-F238E27FC236}">
                  <a16:creationId xmlns:a16="http://schemas.microsoft.com/office/drawing/2014/main" id="{747B5075-8088-7E95-0214-24193387A5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3996647" y="1897197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1938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5EABCC8B-5A66-3FDA-0245-494BAC5DBDC4}"/>
              </a:ext>
            </a:extLst>
          </p:cNvPr>
          <p:cNvSpPr/>
          <p:nvPr/>
        </p:nvSpPr>
        <p:spPr>
          <a:xfrm>
            <a:off x="2291847" y="19752"/>
            <a:ext cx="6828090" cy="6818496"/>
          </a:xfrm>
          <a:prstGeom prst="ellipse">
            <a:avLst/>
          </a:prstGeom>
          <a:solidFill>
            <a:srgbClr val="0E1227"/>
          </a:solidFill>
          <a:ln>
            <a:solidFill>
              <a:srgbClr val="0E1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ysClr val="windowText" lastClr="000000"/>
                </a:solidFill>
              </a:ln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356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95F4D4F-7A17-BB75-52BF-2DDDBCAEDE2E}"/>
              </a:ext>
            </a:extLst>
          </p:cNvPr>
          <p:cNvSpPr/>
          <p:nvPr/>
        </p:nvSpPr>
        <p:spPr>
          <a:xfrm>
            <a:off x="2286001" y="266007"/>
            <a:ext cx="6932814" cy="6325986"/>
          </a:xfrm>
          <a:prstGeom prst="roundRect">
            <a:avLst/>
          </a:prstGeom>
          <a:solidFill>
            <a:srgbClr val="0E1227"/>
          </a:solidFill>
          <a:ln>
            <a:solidFill>
              <a:srgbClr val="0E1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221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25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Menlo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YARA AZEVEDO SILVA</dc:creator>
  <cp:lastModifiedBy>Yara Azevedo</cp:lastModifiedBy>
  <cp:revision>3</cp:revision>
  <dcterms:created xsi:type="dcterms:W3CDTF">2023-10-13T00:42:54Z</dcterms:created>
  <dcterms:modified xsi:type="dcterms:W3CDTF">2025-11-23T22:46:16Z</dcterms:modified>
</cp:coreProperties>
</file>